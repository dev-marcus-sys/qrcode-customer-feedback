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5E75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3774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33832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QR Code 客戶意見反饋系統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035040" y="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DE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住戶掃碼即反饋 · 後台全程跟進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" y="1115568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9AB4C0">
                <a:alpha val="35000"/>
              </a:srgbClr>
            </a:outerShdw>
          </a:effectLst>
        </p:spPr>
      </p:sp>
      <p:pic>
        <p:nvPicPr>
          <p:cNvPr id="8" name="Image 1" descr="c:/Users/606610/CodeBuddy/QRCode 客戶意見反饋/docs/assets/Flat_modern_vector_illustratio_2026-10-05T02-47-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52728"/>
            <a:ext cx="3017520" cy="3017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15968" y="1165860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25730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46320" y="1115568"/>
            <a:ext cx="3886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QR Code 生成張貼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為屋苑／設施產生專屬 QR Code，列印即用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315968" y="1719072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81051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46320" y="1668780"/>
            <a:ext cx="3886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住戶掃碼填寫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免裝 App，手機開頁即提交意見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4315968" y="2272284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2363724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46320" y="2221992"/>
            <a:ext cx="3886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個案自動管理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自動開案、分派負責人、跟進狀態一覽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4315968" y="2825496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7408" y="2916936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46320" y="2775204"/>
            <a:ext cx="3886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統計與報表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滿意度趨勢、類別分佈，數據化決策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4315968" y="3378708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7408" y="3470148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846320" y="3328416"/>
            <a:ext cx="3886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角色權限管控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多屋苑多角色，資料存取安全分級</a:t>
            </a:r>
            <a:endParaRPr lang="en-US" sz="1250" dirty="0"/>
          </a:p>
        </p:txBody>
      </p:sp>
      <p:sp>
        <p:nvSpPr>
          <p:cNvPr id="24" name="Shape 15"/>
          <p:cNvSpPr/>
          <p:nvPr/>
        </p:nvSpPr>
        <p:spPr>
          <a:xfrm>
            <a:off x="4315968" y="3931920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7408" y="4023360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846320" y="3881628"/>
            <a:ext cx="3886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 PWA 後台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加到主畫面像 App，隨時隨地處理個案</a:t>
            </a:r>
            <a:endParaRPr lang="en-US" sz="1250" dirty="0"/>
          </a:p>
        </p:txBody>
      </p:sp>
      <p:sp>
        <p:nvSpPr>
          <p:cNvPr id="27" name="Shape 17"/>
          <p:cNvSpPr/>
          <p:nvPr/>
        </p:nvSpPr>
        <p:spPr>
          <a:xfrm>
            <a:off x="411480" y="4572000"/>
            <a:ext cx="8321040" cy="402336"/>
          </a:xfrm>
          <a:prstGeom prst="roundRect">
            <a:avLst>
              <a:gd name="adj" fmla="val 18182"/>
            </a:avLst>
          </a:prstGeom>
          <a:solidFill>
            <a:srgbClr val="E0F2F5"/>
          </a:solidFill>
          <a:ln/>
        </p:spPr>
      </p:sp>
      <p:sp>
        <p:nvSpPr>
          <p:cNvPr id="28" name="Text 18"/>
          <p:cNvSpPr/>
          <p:nvPr/>
        </p:nvSpPr>
        <p:spPr>
          <a:xfrm>
            <a:off x="411480" y="457200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44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住戶掃碼   →   填寫意見   →   自動開案   →   分派跟進   →   統計分析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 Code 客戶意見反饋系統簡介</dc:title>
  <dc:subject>PptxGenJS Presentation</dc:subject>
  <dc:creator>PptxGenJS</dc:creator>
  <cp:lastModifiedBy>PptxGenJS</cp:lastModifiedBy>
  <cp:revision>1</cp:revision>
  <dcterms:created xsi:type="dcterms:W3CDTF">2026-10-05T02:51:32Z</dcterms:created>
  <dcterms:modified xsi:type="dcterms:W3CDTF">2026-10-05T02:51:32Z</dcterms:modified>
</cp:coreProperties>
</file>